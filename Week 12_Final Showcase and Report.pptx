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428" r:id="rId3"/>
    <p:sldId id="429" r:id="rId4"/>
  </p:sldIdLst>
  <p:sldSz cx="12192000" cy="10058400"/>
  <p:notesSz cx="121920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15" autoAdjust="0"/>
    <p:restoredTop sz="94660"/>
  </p:normalViewPr>
  <p:slideViewPr>
    <p:cSldViewPr>
      <p:cViewPr varScale="1">
        <p:scale>
          <a:sx n="48" d="100"/>
          <a:sy n="48" d="100"/>
        </p:scale>
        <p:origin x="1968" y="4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9459" y="77723"/>
            <a:ext cx="4029455" cy="14798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55111" y="1967229"/>
            <a:ext cx="479107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492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023" y="42671"/>
            <a:ext cx="1531620" cy="5623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9459" y="77723"/>
            <a:ext cx="4029455" cy="14798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1396"/>
            <a:ext cx="12034520" cy="391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921502" y="9253759"/>
            <a:ext cx="533400" cy="1879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C8CCC5-7719-5429-9C16-F066E03793F0}"/>
              </a:ext>
            </a:extLst>
          </p:cNvPr>
          <p:cNvSpPr txBox="1"/>
          <p:nvPr/>
        </p:nvSpPr>
        <p:spPr>
          <a:xfrm>
            <a:off x="304800" y="1752601"/>
            <a:ext cx="11887199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Objectives:</a:t>
            </a:r>
            <a:endParaRPr lang="en-US" sz="28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Present final report and demonstration.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7CF465A-3136-BC3A-1B4E-D0EBBB8AC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A69F9BC8-CB02-D227-8A58-D7238363684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88246D-0180-C5DF-7F69-3FFC5A6232B1}"/>
              </a:ext>
            </a:extLst>
          </p:cNvPr>
          <p:cNvSpPr txBox="1"/>
          <p:nvPr/>
        </p:nvSpPr>
        <p:spPr>
          <a:xfrm>
            <a:off x="304800" y="1752601"/>
            <a:ext cx="11887199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Tasks for Groups:</a:t>
            </a:r>
            <a:endParaRPr lang="en-US" sz="2800" dirty="0"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Ensure all deliverables are submitted before deadline.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Answer audience/supervisor questions confidently.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When presenting, briefly </a:t>
            </a:r>
            <a:r>
              <a:rPr lang="en-US" sz="2800" b="1" dirty="0">
                <a:latin typeface="+mj-lt"/>
              </a:rPr>
              <a:t>mention literature as evidence</a:t>
            </a:r>
            <a:r>
              <a:rPr lang="en-US" sz="2800" dirty="0">
                <a:latin typeface="+mj-lt"/>
              </a:rPr>
              <a:t> for your conclusions.</a:t>
            </a:r>
          </a:p>
        </p:txBody>
      </p:sp>
    </p:spTree>
    <p:extLst>
      <p:ext uri="{BB962C8B-B14F-4D97-AF65-F5344CB8AC3E}">
        <p14:creationId xmlns:p14="http://schemas.microsoft.com/office/powerpoint/2010/main" val="4176988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60A9691-C3A6-CE92-82D2-F61582A64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DBB38B9D-6CBA-7FE1-A8F7-534B56B6B20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FD053F-0E08-43D3-98A5-C67DC1534D54}"/>
              </a:ext>
            </a:extLst>
          </p:cNvPr>
          <p:cNvSpPr txBox="1"/>
          <p:nvPr/>
        </p:nvSpPr>
        <p:spPr>
          <a:xfrm>
            <a:off x="304800" y="1752601"/>
            <a:ext cx="11887199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Do’s:</a:t>
            </a:r>
            <a:endParaRPr lang="en-US" sz="2800" dirty="0"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Highlight project impact and key findings.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End with a strong conclusion.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Don’ts:</a:t>
            </a:r>
            <a:endParaRPr lang="en-US" sz="2800" dirty="0"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Avoid going over time.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Don’t skip Q&amp;A preparation.</a:t>
            </a:r>
          </a:p>
        </p:txBody>
      </p:sp>
    </p:spTree>
    <p:extLst>
      <p:ext uri="{BB962C8B-B14F-4D97-AF65-F5344CB8AC3E}">
        <p14:creationId xmlns:p14="http://schemas.microsoft.com/office/powerpoint/2010/main" val="850656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321</TotalTime>
  <Words>68</Words>
  <Application>Microsoft Office PowerPoint</Application>
  <PresentationFormat>Custom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Verdana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Farshid Keivanian</dc:creator>
  <cp:lastModifiedBy>Farshid Keivanian</cp:lastModifiedBy>
  <cp:revision>113</cp:revision>
  <dcterms:created xsi:type="dcterms:W3CDTF">2025-04-05T17:32:34Z</dcterms:created>
  <dcterms:modified xsi:type="dcterms:W3CDTF">2025-08-10T04:22:28Z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2024-05-02T00:00:00Z</vt:filetime>
  </property>
  <property fmtid="{D5CDD505-2E9C-101B-9397-08002B2CF9AE}" pid="3" name="Creator">
    <vt:lpwstr>Microsoft® Word for Microsoft 365</vt:lpwstr>
  </property>
  <property fmtid="{D5CDD505-2E9C-101B-9397-08002B2CF9AE}" pid="4" name="LastSaved">
    <vt:filetime>2025-04-05T00:00:00Z</vt:filetime>
  </property>
  <property fmtid="{D5CDD505-2E9C-101B-9397-08002B2CF9AE}" pid="5" name="Producer">
    <vt:lpwstr>Adobe Acrobat Pro (64-bit) 24.2.20687</vt:lpwstr>
  </property>
</Properties>
</file>