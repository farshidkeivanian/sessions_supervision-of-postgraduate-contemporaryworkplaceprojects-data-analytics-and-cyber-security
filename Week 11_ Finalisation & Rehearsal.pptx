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406" r:id="rId3"/>
    <p:sldId id="428" r:id="rId4"/>
    <p:sldId id="429" r:id="rId5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2298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300" b="1" dirty="0">
                <a:latin typeface="+mj-lt"/>
              </a:rPr>
              <a:t>HI6050 Contemporary Workplace Project - Student Guidelines</a:t>
            </a:r>
            <a:endParaRPr lang="en-US" sz="33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300" dirty="0">
                <a:latin typeface="+mj-lt"/>
              </a:rPr>
              <a:t>This guide outlines your weekly responsibilities, assessment expectations, and tips for success in the HI6050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987078-FB47-73B4-DF9F-E782FB6C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EE06A0-C491-8FAB-618A-2EAE86581E00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Objectives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08D4155-F0EF-7144-85BE-F1AF775EE4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D1BB52-A524-6C09-AA57-F31D4C0B5D03}"/>
              </a:ext>
            </a:extLst>
          </p:cNvPr>
          <p:cNvSpPr txBox="1"/>
          <p:nvPr/>
        </p:nvSpPr>
        <p:spPr>
          <a:xfrm>
            <a:off x="304800" y="1752601"/>
            <a:ext cx="11887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Polish final literature review for inclusion in report.</a:t>
            </a:r>
          </a:p>
        </p:txBody>
      </p:sp>
    </p:spTree>
    <p:extLst>
      <p:ext uri="{BB962C8B-B14F-4D97-AF65-F5344CB8AC3E}">
        <p14:creationId xmlns:p14="http://schemas.microsoft.com/office/powerpoint/2010/main" val="19056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E0F45C-4B2A-FEAE-574D-ACF0F5D7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5AFA50-CA31-7D2B-549A-3FF5EE3B8D5E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Tasks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A2BFC38-3CEC-CCDF-0674-61A75AA84A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69D7B9-3BB0-2104-1583-C39030581773}"/>
              </a:ext>
            </a:extLst>
          </p:cNvPr>
          <p:cNvSpPr txBox="1"/>
          <p:nvPr/>
        </p:nvSpPr>
        <p:spPr>
          <a:xfrm>
            <a:off x="304800" y="1752601"/>
            <a:ext cx="118871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unsupported claims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—every major statement backed by citation.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 all sources for credibility.</a:t>
            </a:r>
          </a:p>
        </p:txBody>
      </p:sp>
    </p:spTree>
    <p:extLst>
      <p:ext uri="{BB962C8B-B14F-4D97-AF65-F5344CB8AC3E}">
        <p14:creationId xmlns:p14="http://schemas.microsoft.com/office/powerpoint/2010/main" val="112101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F6B7DD-F310-A78A-3301-D9219EFB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C920304-C0A1-66C3-931A-3882E2DD31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A8AAE-BA26-5F7F-E316-94131BFA9910}"/>
              </a:ext>
            </a:extLst>
          </p:cNvPr>
          <p:cNvSpPr txBox="1"/>
          <p:nvPr/>
        </p:nvSpPr>
        <p:spPr>
          <a:xfrm>
            <a:off x="304800" y="1752601"/>
            <a:ext cx="118871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slides visual and concise.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Time the presentation to match allocated limit.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add new data at this stage.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ignoring feedback from rehearsal.</a:t>
            </a:r>
          </a:p>
        </p:txBody>
      </p:sp>
    </p:spTree>
    <p:extLst>
      <p:ext uri="{BB962C8B-B14F-4D97-AF65-F5344CB8AC3E}">
        <p14:creationId xmlns:p14="http://schemas.microsoft.com/office/powerpoint/2010/main" val="334011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86</Words>
  <Application>Microsoft Office PowerPoint</Application>
  <PresentationFormat>Custom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113</cp:revision>
  <dcterms:created xsi:type="dcterms:W3CDTF">2025-04-05T17:32:34Z</dcterms:created>
  <dcterms:modified xsi:type="dcterms:W3CDTF">2025-08-10T04:16:12Z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